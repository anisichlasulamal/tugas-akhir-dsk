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" charset="1" panose="00000000000000000000"/>
      <p:regular r:id="rId17"/>
    </p:embeddedFont>
    <p:embeddedFont>
      <p:font typeface="Magnolia Script" charset="1" panose="0200050307000002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28923" y="1994236"/>
            <a:ext cx="12041110" cy="7264064"/>
          </a:xfrm>
          <a:custGeom>
            <a:avLst/>
            <a:gdLst/>
            <a:ahLst/>
            <a:cxnLst/>
            <a:rect r="r" b="b" t="t" l="l"/>
            <a:pathLst>
              <a:path h="7264064" w="12041110">
                <a:moveTo>
                  <a:pt x="0" y="0"/>
                </a:moveTo>
                <a:lnTo>
                  <a:pt x="12041110" y="0"/>
                </a:lnTo>
                <a:lnTo>
                  <a:pt x="12041110" y="7264064"/>
                </a:lnTo>
                <a:lnTo>
                  <a:pt x="0" y="7264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01047" y="-362526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4114800"/>
                </a:moveTo>
                <a:lnTo>
                  <a:pt x="3845467" y="4114800"/>
                </a:lnTo>
                <a:lnTo>
                  <a:pt x="384546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743580" y="-362526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384546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45467" y="0"/>
                </a:lnTo>
                <a:lnTo>
                  <a:pt x="3845467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39024" y="2822100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93826" y="6974912"/>
            <a:ext cx="7198696" cy="63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7"/>
              </a:lnSpc>
            </a:pPr>
            <a:r>
              <a:rPr lang="en-US" sz="3776">
                <a:solidFill>
                  <a:srgbClr val="403D46"/>
                </a:solidFill>
                <a:latin typeface="DM Sans"/>
                <a:ea typeface="DM Sans"/>
                <a:cs typeface="DM Sans"/>
                <a:sym typeface="DM Sans"/>
              </a:rPr>
              <a:t>Oleh Anis Ichlasul Amal Sitepu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20924" y="5048250"/>
            <a:ext cx="13144500" cy="177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7"/>
              </a:lnSpc>
            </a:pPr>
            <a:r>
              <a:rPr lang="en-US" sz="5119">
                <a:solidFill>
                  <a:srgbClr val="403D46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Simulasi Kendali Intensitas cahaya Berbasis Assembly x86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67862" y="3275818"/>
            <a:ext cx="11850624" cy="186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6"/>
              </a:lnSpc>
            </a:pPr>
            <a:r>
              <a:rPr lang="en-US" sz="10933">
                <a:solidFill>
                  <a:srgbClr val="403D46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Tugas Akhir DSK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38684" y="6701652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618302" y="5181557"/>
            <a:ext cx="3566674" cy="905044"/>
          </a:xfrm>
          <a:custGeom>
            <a:avLst/>
            <a:gdLst/>
            <a:ahLst/>
            <a:cxnLst/>
            <a:rect r="r" b="b" t="t" l="l"/>
            <a:pathLst>
              <a:path h="905044" w="3566674">
                <a:moveTo>
                  <a:pt x="0" y="0"/>
                </a:moveTo>
                <a:lnTo>
                  <a:pt x="3566674" y="0"/>
                </a:lnTo>
                <a:lnTo>
                  <a:pt x="3566674" y="905043"/>
                </a:lnTo>
                <a:lnTo>
                  <a:pt x="0" y="905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47587" y="1519534"/>
            <a:ext cx="7792827" cy="1921166"/>
          </a:xfrm>
          <a:custGeom>
            <a:avLst/>
            <a:gdLst/>
            <a:ahLst/>
            <a:cxnLst/>
            <a:rect r="r" b="b" t="t" l="l"/>
            <a:pathLst>
              <a:path h="1921166" w="7792827">
                <a:moveTo>
                  <a:pt x="0" y="0"/>
                </a:moveTo>
                <a:lnTo>
                  <a:pt x="7792826" y="0"/>
                </a:lnTo>
                <a:lnTo>
                  <a:pt x="7792826" y="1921167"/>
                </a:lnTo>
                <a:lnTo>
                  <a:pt x="0" y="1921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01639" y="1908673"/>
            <a:ext cx="9484721" cy="102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6"/>
              </a:lnSpc>
            </a:pPr>
            <a:r>
              <a:rPr lang="en-US" sz="6004">
                <a:solidFill>
                  <a:srgbClr val="20140D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  Tujuan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74445" y="3755491"/>
            <a:ext cx="12255129" cy="9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3"/>
              </a:lnSpc>
            </a:pPr>
            <a:r>
              <a:rPr lang="en-US" sz="5488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Memahami Konsep Intensitas Cahaya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74445" y="5143512"/>
            <a:ext cx="9346570" cy="9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3"/>
              </a:lnSpc>
            </a:pPr>
            <a:r>
              <a:rPr lang="en-US" sz="5488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Mempelajari Input Keyboard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74445" y="6385239"/>
            <a:ext cx="11267484" cy="9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3"/>
              </a:lnSpc>
            </a:pPr>
            <a:r>
              <a:rPr lang="en-US" sz="5488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Simulasi Kontrol Lampu Sederhana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4900853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0"/>
                </a:moveTo>
                <a:lnTo>
                  <a:pt x="2659494" y="0"/>
                </a:lnTo>
                <a:lnTo>
                  <a:pt x="26594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5400000">
            <a:off x="560350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4114800"/>
                </a:moveTo>
                <a:lnTo>
                  <a:pt x="2659495" y="4114800"/>
                </a:lnTo>
                <a:lnTo>
                  <a:pt x="265949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11953" y="1336591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3119" y="8147250"/>
            <a:ext cx="1911941" cy="1111050"/>
          </a:xfrm>
          <a:custGeom>
            <a:avLst/>
            <a:gdLst/>
            <a:ahLst/>
            <a:cxnLst/>
            <a:rect r="r" b="b" t="t" l="l"/>
            <a:pathLst>
              <a:path h="1111050" w="1911941">
                <a:moveTo>
                  <a:pt x="0" y="0"/>
                </a:moveTo>
                <a:lnTo>
                  <a:pt x="1911941" y="0"/>
                </a:lnTo>
                <a:lnTo>
                  <a:pt x="1911941" y="1111050"/>
                </a:lnTo>
                <a:lnTo>
                  <a:pt x="0" y="1111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1937328"/>
            <a:ext cx="7315200" cy="1803417"/>
          </a:xfrm>
          <a:custGeom>
            <a:avLst/>
            <a:gdLst/>
            <a:ahLst/>
            <a:cxnLst/>
            <a:rect r="r" b="b" t="t" l="l"/>
            <a:pathLst>
              <a:path h="1803417" w="7315200">
                <a:moveTo>
                  <a:pt x="0" y="0"/>
                </a:moveTo>
                <a:lnTo>
                  <a:pt x="7315200" y="0"/>
                </a:lnTo>
                <a:lnTo>
                  <a:pt x="7315200" y="1803417"/>
                </a:lnTo>
                <a:lnTo>
                  <a:pt x="0" y="1803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6400" y="2178584"/>
            <a:ext cx="7274705" cy="118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</a:pPr>
            <a:r>
              <a:rPr lang="en-US" sz="6952">
                <a:solidFill>
                  <a:srgbClr val="20140D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Konsep Program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0" y="0"/>
            <a:ext cx="2992005" cy="3201562"/>
          </a:xfrm>
          <a:custGeom>
            <a:avLst/>
            <a:gdLst/>
            <a:ahLst/>
            <a:cxnLst/>
            <a:rect r="r" b="b" t="t" l="l"/>
            <a:pathLst>
              <a:path h="3201562" w="2992005">
                <a:moveTo>
                  <a:pt x="0" y="3201562"/>
                </a:moveTo>
                <a:lnTo>
                  <a:pt x="2992005" y="3201562"/>
                </a:lnTo>
                <a:lnTo>
                  <a:pt x="2992005" y="0"/>
                </a:lnTo>
                <a:lnTo>
                  <a:pt x="0" y="0"/>
                </a:lnTo>
                <a:lnTo>
                  <a:pt x="0" y="32015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97150" y="7064353"/>
            <a:ext cx="3291897" cy="3522458"/>
          </a:xfrm>
          <a:custGeom>
            <a:avLst/>
            <a:gdLst/>
            <a:ahLst/>
            <a:cxnLst/>
            <a:rect r="r" b="b" t="t" l="l"/>
            <a:pathLst>
              <a:path h="3522458" w="3291897">
                <a:moveTo>
                  <a:pt x="3291897" y="0"/>
                </a:moveTo>
                <a:lnTo>
                  <a:pt x="0" y="0"/>
                </a:lnTo>
                <a:lnTo>
                  <a:pt x="0" y="3522458"/>
                </a:lnTo>
                <a:lnTo>
                  <a:pt x="3291897" y="3522458"/>
                </a:lnTo>
                <a:lnTo>
                  <a:pt x="32918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1047" y="7064353"/>
            <a:ext cx="3293053" cy="3523694"/>
          </a:xfrm>
          <a:custGeom>
            <a:avLst/>
            <a:gdLst/>
            <a:ahLst/>
            <a:cxnLst/>
            <a:rect r="r" b="b" t="t" l="l"/>
            <a:pathLst>
              <a:path h="3523694" w="3293053">
                <a:moveTo>
                  <a:pt x="0" y="0"/>
                </a:moveTo>
                <a:lnTo>
                  <a:pt x="3293052" y="0"/>
                </a:lnTo>
                <a:lnTo>
                  <a:pt x="3293052" y="3523694"/>
                </a:lnTo>
                <a:lnTo>
                  <a:pt x="0" y="3523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297150" y="-160448"/>
            <a:ext cx="3291897" cy="3522458"/>
          </a:xfrm>
          <a:custGeom>
            <a:avLst/>
            <a:gdLst/>
            <a:ahLst/>
            <a:cxnLst/>
            <a:rect r="r" b="b" t="t" l="l"/>
            <a:pathLst>
              <a:path h="3522458" w="3291897">
                <a:moveTo>
                  <a:pt x="3291897" y="3522458"/>
                </a:moveTo>
                <a:lnTo>
                  <a:pt x="0" y="3522458"/>
                </a:lnTo>
                <a:lnTo>
                  <a:pt x="0" y="0"/>
                </a:lnTo>
                <a:lnTo>
                  <a:pt x="3291897" y="0"/>
                </a:lnTo>
                <a:lnTo>
                  <a:pt x="3291897" y="35224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7150" y="1600781"/>
            <a:ext cx="1325708" cy="770384"/>
          </a:xfrm>
          <a:custGeom>
            <a:avLst/>
            <a:gdLst/>
            <a:ahLst/>
            <a:cxnLst/>
            <a:rect r="r" b="b" t="t" l="l"/>
            <a:pathLst>
              <a:path h="770384" w="1325708">
                <a:moveTo>
                  <a:pt x="0" y="0"/>
                </a:moveTo>
                <a:lnTo>
                  <a:pt x="1325708" y="0"/>
                </a:lnTo>
                <a:lnTo>
                  <a:pt x="1325708" y="770384"/>
                </a:lnTo>
                <a:lnTo>
                  <a:pt x="0" y="770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18681" y="7979577"/>
            <a:ext cx="1455839" cy="846004"/>
          </a:xfrm>
          <a:custGeom>
            <a:avLst/>
            <a:gdLst/>
            <a:ahLst/>
            <a:cxnLst/>
            <a:rect r="r" b="b" t="t" l="l"/>
            <a:pathLst>
              <a:path h="846004" w="1455839">
                <a:moveTo>
                  <a:pt x="0" y="0"/>
                </a:moveTo>
                <a:lnTo>
                  <a:pt x="1455840" y="0"/>
                </a:lnTo>
                <a:lnTo>
                  <a:pt x="1455840" y="846005"/>
                </a:lnTo>
                <a:lnTo>
                  <a:pt x="0" y="846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87568" y="4530145"/>
            <a:ext cx="9227517" cy="9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3"/>
              </a:lnSpc>
            </a:pPr>
            <a:r>
              <a:rPr lang="en-US" sz="5488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Level : OFF, LOW, MED, HIGH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5401" y="5749624"/>
            <a:ext cx="13014603" cy="92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83"/>
              </a:lnSpc>
            </a:pPr>
            <a:r>
              <a:rPr lang="en-US" sz="5488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Kontrol Menggunakan Tombol Keyboard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6865" y="1336817"/>
            <a:ext cx="6514270" cy="1605963"/>
          </a:xfrm>
          <a:custGeom>
            <a:avLst/>
            <a:gdLst/>
            <a:ahLst/>
            <a:cxnLst/>
            <a:rect r="r" b="b" t="t" l="l"/>
            <a:pathLst>
              <a:path h="1605963" w="6514270">
                <a:moveTo>
                  <a:pt x="0" y="0"/>
                </a:moveTo>
                <a:lnTo>
                  <a:pt x="6514270" y="0"/>
                </a:lnTo>
                <a:lnTo>
                  <a:pt x="6514270" y="1605963"/>
                </a:lnTo>
                <a:lnTo>
                  <a:pt x="0" y="1605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36251" y="1480357"/>
            <a:ext cx="8015497" cy="118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</a:pPr>
            <a:r>
              <a:rPr lang="en-US" sz="6952">
                <a:solidFill>
                  <a:srgbClr val="20140D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Cara Kerja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90850" y="3416128"/>
            <a:ext cx="12566973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Tombol + : Menaikan Intensitas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2992005" cy="3201562"/>
          </a:xfrm>
          <a:custGeom>
            <a:avLst/>
            <a:gdLst/>
            <a:ahLst/>
            <a:cxnLst/>
            <a:rect r="r" b="b" t="t" l="l"/>
            <a:pathLst>
              <a:path h="3201562" w="2992005">
                <a:moveTo>
                  <a:pt x="0" y="3201562"/>
                </a:moveTo>
                <a:lnTo>
                  <a:pt x="2992005" y="3201562"/>
                </a:lnTo>
                <a:lnTo>
                  <a:pt x="2992005" y="0"/>
                </a:lnTo>
                <a:lnTo>
                  <a:pt x="0" y="0"/>
                </a:lnTo>
                <a:lnTo>
                  <a:pt x="0" y="32015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297150" y="7064353"/>
            <a:ext cx="3291897" cy="3522458"/>
          </a:xfrm>
          <a:custGeom>
            <a:avLst/>
            <a:gdLst/>
            <a:ahLst/>
            <a:cxnLst/>
            <a:rect r="r" b="b" t="t" l="l"/>
            <a:pathLst>
              <a:path h="3522458" w="3291897">
                <a:moveTo>
                  <a:pt x="3291897" y="0"/>
                </a:moveTo>
                <a:lnTo>
                  <a:pt x="0" y="0"/>
                </a:lnTo>
                <a:lnTo>
                  <a:pt x="0" y="3522458"/>
                </a:lnTo>
                <a:lnTo>
                  <a:pt x="3291897" y="3522458"/>
                </a:lnTo>
                <a:lnTo>
                  <a:pt x="32918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01047" y="7064353"/>
            <a:ext cx="3293053" cy="3523694"/>
          </a:xfrm>
          <a:custGeom>
            <a:avLst/>
            <a:gdLst/>
            <a:ahLst/>
            <a:cxnLst/>
            <a:rect r="r" b="b" t="t" l="l"/>
            <a:pathLst>
              <a:path h="3523694" w="3293053">
                <a:moveTo>
                  <a:pt x="0" y="0"/>
                </a:moveTo>
                <a:lnTo>
                  <a:pt x="3293052" y="0"/>
                </a:lnTo>
                <a:lnTo>
                  <a:pt x="3293052" y="3523694"/>
                </a:lnTo>
                <a:lnTo>
                  <a:pt x="0" y="3523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297150" y="-160448"/>
            <a:ext cx="3291897" cy="3522458"/>
          </a:xfrm>
          <a:custGeom>
            <a:avLst/>
            <a:gdLst/>
            <a:ahLst/>
            <a:cxnLst/>
            <a:rect r="r" b="b" t="t" l="l"/>
            <a:pathLst>
              <a:path h="3522458" w="3291897">
                <a:moveTo>
                  <a:pt x="3291897" y="3522458"/>
                </a:moveTo>
                <a:lnTo>
                  <a:pt x="0" y="3522458"/>
                </a:lnTo>
                <a:lnTo>
                  <a:pt x="0" y="0"/>
                </a:lnTo>
                <a:lnTo>
                  <a:pt x="3291897" y="0"/>
                </a:lnTo>
                <a:lnTo>
                  <a:pt x="3291897" y="35224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97150" y="1600781"/>
            <a:ext cx="1325708" cy="770384"/>
          </a:xfrm>
          <a:custGeom>
            <a:avLst/>
            <a:gdLst/>
            <a:ahLst/>
            <a:cxnLst/>
            <a:rect r="r" b="b" t="t" l="l"/>
            <a:pathLst>
              <a:path h="770384" w="1325708">
                <a:moveTo>
                  <a:pt x="0" y="0"/>
                </a:moveTo>
                <a:lnTo>
                  <a:pt x="1325708" y="0"/>
                </a:lnTo>
                <a:lnTo>
                  <a:pt x="1325708" y="770384"/>
                </a:lnTo>
                <a:lnTo>
                  <a:pt x="0" y="770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18681" y="7979577"/>
            <a:ext cx="1455839" cy="846004"/>
          </a:xfrm>
          <a:custGeom>
            <a:avLst/>
            <a:gdLst/>
            <a:ahLst/>
            <a:cxnLst/>
            <a:rect r="r" b="b" t="t" l="l"/>
            <a:pathLst>
              <a:path h="846004" w="1455839">
                <a:moveTo>
                  <a:pt x="0" y="0"/>
                </a:moveTo>
                <a:lnTo>
                  <a:pt x="1455840" y="0"/>
                </a:lnTo>
                <a:lnTo>
                  <a:pt x="1455840" y="846005"/>
                </a:lnTo>
                <a:lnTo>
                  <a:pt x="0" y="846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92005" y="4286470"/>
            <a:ext cx="12566973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Tombol - : Menurunkan Intensitas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92005" y="5310089"/>
            <a:ext cx="12566973" cy="54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7" indent="-345444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ESC : Keluar Program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900853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0"/>
                </a:moveTo>
                <a:lnTo>
                  <a:pt x="2659494" y="0"/>
                </a:lnTo>
                <a:lnTo>
                  <a:pt x="26594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560350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4114800"/>
                </a:moveTo>
                <a:lnTo>
                  <a:pt x="2659495" y="4114800"/>
                </a:lnTo>
                <a:lnTo>
                  <a:pt x="265949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11953" y="1336591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119" y="8147250"/>
            <a:ext cx="1911941" cy="1111050"/>
          </a:xfrm>
          <a:custGeom>
            <a:avLst/>
            <a:gdLst/>
            <a:ahLst/>
            <a:cxnLst/>
            <a:rect r="r" b="b" t="t" l="l"/>
            <a:pathLst>
              <a:path h="1111050" w="1911941">
                <a:moveTo>
                  <a:pt x="0" y="0"/>
                </a:moveTo>
                <a:lnTo>
                  <a:pt x="1911941" y="0"/>
                </a:lnTo>
                <a:lnTo>
                  <a:pt x="1911941" y="1111050"/>
                </a:lnTo>
                <a:lnTo>
                  <a:pt x="0" y="111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61772" y="1714865"/>
            <a:ext cx="10564455" cy="5949657"/>
          </a:xfrm>
          <a:custGeom>
            <a:avLst/>
            <a:gdLst/>
            <a:ahLst/>
            <a:cxnLst/>
            <a:rect r="r" b="b" t="t" l="l"/>
            <a:pathLst>
              <a:path h="5949657" w="10564455">
                <a:moveTo>
                  <a:pt x="0" y="0"/>
                </a:moveTo>
                <a:lnTo>
                  <a:pt x="10564456" y="0"/>
                </a:lnTo>
                <a:lnTo>
                  <a:pt x="10564456" y="5949657"/>
                </a:lnTo>
                <a:lnTo>
                  <a:pt x="0" y="5949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167" t="-125632" r="-38558" b="-2709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900853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0"/>
                </a:moveTo>
                <a:lnTo>
                  <a:pt x="2659494" y="0"/>
                </a:lnTo>
                <a:lnTo>
                  <a:pt x="26594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560350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4114800"/>
                </a:moveTo>
                <a:lnTo>
                  <a:pt x="2659495" y="4114800"/>
                </a:lnTo>
                <a:lnTo>
                  <a:pt x="265949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11953" y="1336591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119" y="8147250"/>
            <a:ext cx="1911941" cy="1111050"/>
          </a:xfrm>
          <a:custGeom>
            <a:avLst/>
            <a:gdLst/>
            <a:ahLst/>
            <a:cxnLst/>
            <a:rect r="r" b="b" t="t" l="l"/>
            <a:pathLst>
              <a:path h="1111050" w="1911941">
                <a:moveTo>
                  <a:pt x="0" y="0"/>
                </a:moveTo>
                <a:lnTo>
                  <a:pt x="1911941" y="0"/>
                </a:lnTo>
                <a:lnTo>
                  <a:pt x="1911941" y="1111050"/>
                </a:lnTo>
                <a:lnTo>
                  <a:pt x="0" y="111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35060" y="1656186"/>
            <a:ext cx="11052628" cy="6272367"/>
          </a:xfrm>
          <a:custGeom>
            <a:avLst/>
            <a:gdLst/>
            <a:ahLst/>
            <a:cxnLst/>
            <a:rect r="r" b="b" t="t" l="l"/>
            <a:pathLst>
              <a:path h="6272367" w="11052628">
                <a:moveTo>
                  <a:pt x="0" y="0"/>
                </a:moveTo>
                <a:lnTo>
                  <a:pt x="11052628" y="0"/>
                </a:lnTo>
                <a:lnTo>
                  <a:pt x="11052628" y="6272367"/>
                </a:lnTo>
                <a:lnTo>
                  <a:pt x="0" y="6272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900853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0"/>
                </a:moveTo>
                <a:lnTo>
                  <a:pt x="2659494" y="0"/>
                </a:lnTo>
                <a:lnTo>
                  <a:pt x="26594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560350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4114800"/>
                </a:moveTo>
                <a:lnTo>
                  <a:pt x="2659495" y="4114800"/>
                </a:lnTo>
                <a:lnTo>
                  <a:pt x="265949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11953" y="1336591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119" y="8147250"/>
            <a:ext cx="1911941" cy="1111050"/>
          </a:xfrm>
          <a:custGeom>
            <a:avLst/>
            <a:gdLst/>
            <a:ahLst/>
            <a:cxnLst/>
            <a:rect r="r" b="b" t="t" l="l"/>
            <a:pathLst>
              <a:path h="1111050" w="1911941">
                <a:moveTo>
                  <a:pt x="0" y="0"/>
                </a:moveTo>
                <a:lnTo>
                  <a:pt x="1911941" y="0"/>
                </a:lnTo>
                <a:lnTo>
                  <a:pt x="1911941" y="1111050"/>
                </a:lnTo>
                <a:lnTo>
                  <a:pt x="0" y="111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35060" y="1743237"/>
            <a:ext cx="10971736" cy="6185316"/>
          </a:xfrm>
          <a:custGeom>
            <a:avLst/>
            <a:gdLst/>
            <a:ahLst/>
            <a:cxnLst/>
            <a:rect r="r" b="b" t="t" l="l"/>
            <a:pathLst>
              <a:path h="6185316" w="10971736">
                <a:moveTo>
                  <a:pt x="0" y="0"/>
                </a:moveTo>
                <a:lnTo>
                  <a:pt x="10971735" y="0"/>
                </a:lnTo>
                <a:lnTo>
                  <a:pt x="10971735" y="6185316"/>
                </a:lnTo>
                <a:lnTo>
                  <a:pt x="0" y="6185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900853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0"/>
                </a:moveTo>
                <a:lnTo>
                  <a:pt x="2659494" y="0"/>
                </a:lnTo>
                <a:lnTo>
                  <a:pt x="26594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560350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4114800"/>
                </a:moveTo>
                <a:lnTo>
                  <a:pt x="2659495" y="4114800"/>
                </a:lnTo>
                <a:lnTo>
                  <a:pt x="265949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11953" y="1336591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119" y="8147250"/>
            <a:ext cx="1911941" cy="1111050"/>
          </a:xfrm>
          <a:custGeom>
            <a:avLst/>
            <a:gdLst/>
            <a:ahLst/>
            <a:cxnLst/>
            <a:rect r="r" b="b" t="t" l="l"/>
            <a:pathLst>
              <a:path h="1111050" w="1911941">
                <a:moveTo>
                  <a:pt x="0" y="0"/>
                </a:moveTo>
                <a:lnTo>
                  <a:pt x="1911941" y="0"/>
                </a:lnTo>
                <a:lnTo>
                  <a:pt x="1911941" y="1111050"/>
                </a:lnTo>
                <a:lnTo>
                  <a:pt x="0" y="111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79089" y="1336591"/>
            <a:ext cx="12273771" cy="6950023"/>
          </a:xfrm>
          <a:custGeom>
            <a:avLst/>
            <a:gdLst/>
            <a:ahLst/>
            <a:cxnLst/>
            <a:rect r="r" b="b" t="t" l="l"/>
            <a:pathLst>
              <a:path h="6950023" w="12273771">
                <a:moveTo>
                  <a:pt x="0" y="0"/>
                </a:moveTo>
                <a:lnTo>
                  <a:pt x="12273771" y="0"/>
                </a:lnTo>
                <a:lnTo>
                  <a:pt x="12273771" y="6950023"/>
                </a:lnTo>
                <a:lnTo>
                  <a:pt x="0" y="695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900853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0"/>
                </a:moveTo>
                <a:lnTo>
                  <a:pt x="2659494" y="0"/>
                </a:lnTo>
                <a:lnTo>
                  <a:pt x="26594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560350" y="-90703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0" y="4114800"/>
                </a:moveTo>
                <a:lnTo>
                  <a:pt x="2659495" y="4114800"/>
                </a:lnTo>
                <a:lnTo>
                  <a:pt x="265949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11953" y="1336591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119" y="8147250"/>
            <a:ext cx="1911941" cy="1111050"/>
          </a:xfrm>
          <a:custGeom>
            <a:avLst/>
            <a:gdLst/>
            <a:ahLst/>
            <a:cxnLst/>
            <a:rect r="r" b="b" t="t" l="l"/>
            <a:pathLst>
              <a:path h="1111050" w="1911941">
                <a:moveTo>
                  <a:pt x="0" y="0"/>
                </a:moveTo>
                <a:lnTo>
                  <a:pt x="1911941" y="0"/>
                </a:lnTo>
                <a:lnTo>
                  <a:pt x="1911941" y="1111050"/>
                </a:lnTo>
                <a:lnTo>
                  <a:pt x="0" y="111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27786" y="1157146"/>
            <a:ext cx="11184166" cy="6990104"/>
          </a:xfrm>
          <a:custGeom>
            <a:avLst/>
            <a:gdLst/>
            <a:ahLst/>
            <a:cxnLst/>
            <a:rect r="r" b="b" t="t" l="l"/>
            <a:pathLst>
              <a:path h="6990104" w="11184166">
                <a:moveTo>
                  <a:pt x="0" y="0"/>
                </a:moveTo>
                <a:lnTo>
                  <a:pt x="11184167" y="0"/>
                </a:lnTo>
                <a:lnTo>
                  <a:pt x="11184167" y="6990104"/>
                </a:lnTo>
                <a:lnTo>
                  <a:pt x="0" y="6990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1239101"/>
            <a:ext cx="7315200" cy="1803417"/>
          </a:xfrm>
          <a:custGeom>
            <a:avLst/>
            <a:gdLst/>
            <a:ahLst/>
            <a:cxnLst/>
            <a:rect r="r" b="b" t="t" l="l"/>
            <a:pathLst>
              <a:path h="1803417" w="7315200">
                <a:moveTo>
                  <a:pt x="0" y="0"/>
                </a:moveTo>
                <a:lnTo>
                  <a:pt x="7315200" y="0"/>
                </a:lnTo>
                <a:lnTo>
                  <a:pt x="7315200" y="1803417"/>
                </a:lnTo>
                <a:lnTo>
                  <a:pt x="0" y="1803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74883" y="3201562"/>
            <a:ext cx="8337949" cy="6513734"/>
          </a:xfrm>
          <a:custGeom>
            <a:avLst/>
            <a:gdLst/>
            <a:ahLst/>
            <a:cxnLst/>
            <a:rect r="r" b="b" t="t" l="l"/>
            <a:pathLst>
              <a:path h="6513734" w="8337949">
                <a:moveTo>
                  <a:pt x="0" y="0"/>
                </a:moveTo>
                <a:lnTo>
                  <a:pt x="8337948" y="0"/>
                </a:lnTo>
                <a:lnTo>
                  <a:pt x="8337948" y="6513735"/>
                </a:lnTo>
                <a:lnTo>
                  <a:pt x="0" y="6513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22655" y="1480357"/>
            <a:ext cx="7442689" cy="118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</a:pPr>
            <a:r>
              <a:rPr lang="en-US" sz="6952">
                <a:solidFill>
                  <a:srgbClr val="20140D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Kesimpulan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44997" y="5689381"/>
            <a:ext cx="6797721" cy="120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1"/>
              </a:lnSpc>
            </a:pPr>
            <a:r>
              <a:rPr lang="en-US" sz="2322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• Intensitas cahaya dapat disimulasikan</a:t>
            </a:r>
          </a:p>
          <a:p>
            <a:pPr algn="just">
              <a:lnSpc>
                <a:spcPts val="3251"/>
              </a:lnSpc>
            </a:pPr>
            <a:r>
              <a:rPr lang="en-US" sz="2322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• Program berjalan sesuai input</a:t>
            </a:r>
          </a:p>
          <a:p>
            <a:pPr algn="just">
              <a:lnSpc>
                <a:spcPts val="3251"/>
              </a:lnSpc>
            </a:pPr>
            <a:r>
              <a:rPr lang="en-US" sz="2322">
                <a:solidFill>
                  <a:srgbClr val="20140D"/>
                </a:solidFill>
                <a:latin typeface="DM Sans"/>
                <a:ea typeface="DM Sans"/>
                <a:cs typeface="DM Sans"/>
                <a:sym typeface="DM Sans"/>
              </a:rPr>
              <a:t>• Mempermudah pemahaman sistem tertanam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0" y="0"/>
            <a:ext cx="2992005" cy="3201562"/>
          </a:xfrm>
          <a:custGeom>
            <a:avLst/>
            <a:gdLst/>
            <a:ahLst/>
            <a:cxnLst/>
            <a:rect r="r" b="b" t="t" l="l"/>
            <a:pathLst>
              <a:path h="3201562" w="2992005">
                <a:moveTo>
                  <a:pt x="0" y="3201562"/>
                </a:moveTo>
                <a:lnTo>
                  <a:pt x="2992005" y="3201562"/>
                </a:lnTo>
                <a:lnTo>
                  <a:pt x="2992005" y="0"/>
                </a:lnTo>
                <a:lnTo>
                  <a:pt x="0" y="0"/>
                </a:lnTo>
                <a:lnTo>
                  <a:pt x="0" y="32015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297150" y="7064353"/>
            <a:ext cx="3291897" cy="3522458"/>
          </a:xfrm>
          <a:custGeom>
            <a:avLst/>
            <a:gdLst/>
            <a:ahLst/>
            <a:cxnLst/>
            <a:rect r="r" b="b" t="t" l="l"/>
            <a:pathLst>
              <a:path h="3522458" w="3291897">
                <a:moveTo>
                  <a:pt x="3291897" y="0"/>
                </a:moveTo>
                <a:lnTo>
                  <a:pt x="0" y="0"/>
                </a:lnTo>
                <a:lnTo>
                  <a:pt x="0" y="3522458"/>
                </a:lnTo>
                <a:lnTo>
                  <a:pt x="3291897" y="3522458"/>
                </a:lnTo>
                <a:lnTo>
                  <a:pt x="3291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01047" y="7064353"/>
            <a:ext cx="3293053" cy="3523694"/>
          </a:xfrm>
          <a:custGeom>
            <a:avLst/>
            <a:gdLst/>
            <a:ahLst/>
            <a:cxnLst/>
            <a:rect r="r" b="b" t="t" l="l"/>
            <a:pathLst>
              <a:path h="3523694" w="3293053">
                <a:moveTo>
                  <a:pt x="0" y="0"/>
                </a:moveTo>
                <a:lnTo>
                  <a:pt x="3293052" y="0"/>
                </a:lnTo>
                <a:lnTo>
                  <a:pt x="3293052" y="3523694"/>
                </a:lnTo>
                <a:lnTo>
                  <a:pt x="0" y="35236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5297150" y="-160448"/>
            <a:ext cx="3291897" cy="3522458"/>
          </a:xfrm>
          <a:custGeom>
            <a:avLst/>
            <a:gdLst/>
            <a:ahLst/>
            <a:cxnLst/>
            <a:rect r="r" b="b" t="t" l="l"/>
            <a:pathLst>
              <a:path h="3522458" w="3291897">
                <a:moveTo>
                  <a:pt x="3291897" y="3522458"/>
                </a:moveTo>
                <a:lnTo>
                  <a:pt x="0" y="3522458"/>
                </a:lnTo>
                <a:lnTo>
                  <a:pt x="0" y="0"/>
                </a:lnTo>
                <a:lnTo>
                  <a:pt x="3291897" y="0"/>
                </a:lnTo>
                <a:lnTo>
                  <a:pt x="3291897" y="352245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97150" y="1600781"/>
            <a:ext cx="1325708" cy="770384"/>
          </a:xfrm>
          <a:custGeom>
            <a:avLst/>
            <a:gdLst/>
            <a:ahLst/>
            <a:cxnLst/>
            <a:rect r="r" b="b" t="t" l="l"/>
            <a:pathLst>
              <a:path h="770384" w="1325708">
                <a:moveTo>
                  <a:pt x="0" y="0"/>
                </a:moveTo>
                <a:lnTo>
                  <a:pt x="1325708" y="0"/>
                </a:lnTo>
                <a:lnTo>
                  <a:pt x="1325708" y="770384"/>
                </a:lnTo>
                <a:lnTo>
                  <a:pt x="0" y="7703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2736" y="8001182"/>
            <a:ext cx="1455839" cy="846004"/>
          </a:xfrm>
          <a:custGeom>
            <a:avLst/>
            <a:gdLst/>
            <a:ahLst/>
            <a:cxnLst/>
            <a:rect r="r" b="b" t="t" l="l"/>
            <a:pathLst>
              <a:path h="846004" w="1455839">
                <a:moveTo>
                  <a:pt x="0" y="0"/>
                </a:moveTo>
                <a:lnTo>
                  <a:pt x="1455839" y="0"/>
                </a:lnTo>
                <a:lnTo>
                  <a:pt x="1455839" y="846005"/>
                </a:lnTo>
                <a:lnTo>
                  <a:pt x="0" y="846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8533" y="1982758"/>
            <a:ext cx="11750934" cy="7089009"/>
          </a:xfrm>
          <a:custGeom>
            <a:avLst/>
            <a:gdLst/>
            <a:ahLst/>
            <a:cxnLst/>
            <a:rect r="r" b="b" t="t" l="l"/>
            <a:pathLst>
              <a:path h="7089009" w="11750934">
                <a:moveTo>
                  <a:pt x="0" y="0"/>
                </a:moveTo>
                <a:lnTo>
                  <a:pt x="11750934" y="0"/>
                </a:lnTo>
                <a:lnTo>
                  <a:pt x="11750934" y="7089009"/>
                </a:lnTo>
                <a:lnTo>
                  <a:pt x="0" y="7089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50882" y="2955513"/>
            <a:ext cx="6773134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403D46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Terima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16015" y="4857750"/>
            <a:ext cx="604286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403D46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Kasih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5400000">
            <a:off x="149008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0"/>
                </a:moveTo>
                <a:lnTo>
                  <a:pt x="0" y="0"/>
                </a:lnTo>
                <a:lnTo>
                  <a:pt x="0" y="4114800"/>
                </a:lnTo>
                <a:lnTo>
                  <a:pt x="2659494" y="4114800"/>
                </a:lnTo>
                <a:lnTo>
                  <a:pt x="26594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301047" y="-362526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4114800"/>
                </a:moveTo>
                <a:lnTo>
                  <a:pt x="3845467" y="4114800"/>
                </a:lnTo>
                <a:lnTo>
                  <a:pt x="3845467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743580" y="-362526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384546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45467" y="0"/>
                </a:lnTo>
                <a:lnTo>
                  <a:pt x="3845467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5400000">
            <a:off x="727653" y="7200900"/>
            <a:ext cx="2659494" cy="4114800"/>
          </a:xfrm>
          <a:custGeom>
            <a:avLst/>
            <a:gdLst/>
            <a:ahLst/>
            <a:cxnLst/>
            <a:rect r="r" b="b" t="t" l="l"/>
            <a:pathLst>
              <a:path h="4114800" w="2659494">
                <a:moveTo>
                  <a:pt x="26594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59494" y="0"/>
                </a:lnTo>
                <a:lnTo>
                  <a:pt x="265949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53146" y="2283277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2" y="0"/>
                </a:lnTo>
                <a:lnTo>
                  <a:pt x="2152232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44420" y="6677867"/>
            <a:ext cx="2152232" cy="1250686"/>
          </a:xfrm>
          <a:custGeom>
            <a:avLst/>
            <a:gdLst/>
            <a:ahLst/>
            <a:cxnLst/>
            <a:rect r="r" b="b" t="t" l="l"/>
            <a:pathLst>
              <a:path h="1250686" w="2152232">
                <a:moveTo>
                  <a:pt x="0" y="0"/>
                </a:moveTo>
                <a:lnTo>
                  <a:pt x="2152233" y="0"/>
                </a:lnTo>
                <a:lnTo>
                  <a:pt x="2152233" y="1250686"/>
                </a:lnTo>
                <a:lnTo>
                  <a:pt x="0" y="1250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DAG-8JF0cIU</dc:identifier>
  <dcterms:modified xsi:type="dcterms:W3CDTF">2011-08-01T06:04:30Z</dcterms:modified>
  <cp:revision>1</cp:revision>
  <dc:title>Abu Arang dan Hijau Pola Abstrak Tugas Presentasi</dc:title>
</cp:coreProperties>
</file>